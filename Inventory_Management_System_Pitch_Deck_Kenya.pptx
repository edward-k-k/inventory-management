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Management System for Kenyan Businesses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Smarter Inventory, Smarter Business in Kenya</a:t>
            </a:r>
          </a:p>
          <a:p>
            <a:endParaRPr/>
          </a:p>
          <a:p>
            <a:r>
              <a:t>Client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Problem Statement in Kenya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Kenyan SMEs lose up to 20% revenue due to poor inventory control.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Overstocking ties up working capital, while understocking loses customers.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Manual tracking is common and error-prone.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Limited real-time insights for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Automates stock monitoring &amp; restocking for Kenyan businesses.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Provides real-time analytics through mobile &amp; cloud access.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Reduces wastage, theft, and inefficiencies.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Integrates with local suppliers and POS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Real-time stock tracking dashboard.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Low stock &amp; expiry alerts (important for FMCGs and pharmaceuticals).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Barcode &amp; QR code scanning for fast-moving retail.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Multi-branch/warehouse support across Kenya.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Offline-first mobile access for areas with poor internet.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Product Demo (Screenshots / Mockups)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Market Opportunity in Kenya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Kenya’s retail sector is valued at over KSh 1.8 trillion.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Over 7.4 million SMEs could benefit from inventory automation.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Growing e-commerce adoption in Kenya increases need for digital inventory.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Government’s Digital Economy Blueprint supports tech adoption.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Subscription-based SaaS model in KSh.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Basic Plan: KSh 3,500/month (for SMEs).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Pro Plan: KSh 12,000/month (multi-location, integrations).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Enterprise Plan: Custom pricing.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Extra revenue: hardware sales (barcode scanners, POS devices).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Affordable pricing in Kenya Shillings.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Localized solution for Kenyan SMEs and retailers.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Works offline for rural/low-internet regions.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AI-powered demand forecasting for Kenyan markets.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Target supermarkets, wholesalers, and retail SMEs first.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Partnerships with Safaricom, POS providers, and distributors.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Digital marketing via Facebook, LinkedIn, and Kenyan business forums.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On-ground sales teams in Nairobi, Mombasa, Kisumu, and Eldoret.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Pilot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Tested with Nairobi-based wholesalers and retailers.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Stockouts reduced by 30% within 2 months.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Order processing speed improved by 25%.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Positive feedback from FMCG distributors.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Financial Projections (Kenya)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Year 1: Break-even with 300+ paying clients.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Year 2: Expand to 2,000+ SMEs across major towns.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Year 3: Revenue target of KSh 250M+ annually.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ROI: 3–5x within 5 years.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Founder – ICT entrepreneur with Kenyan market experience.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CTO – Software engineer specialized in cloud &amp; mobile solutions.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Sales Lead – B2B expert with networks in retail &amp; distribution.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Advisors – Local supply chain &amp; retail industry experts.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Our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Seeking KSh 65M investment (~$500,000).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40% for product development &amp; tech.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30% for sales &amp; marketing.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20% for operations, 10% contingency.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Projected ROI: 3–5x in 5 years.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Why Kenyan Businesses Choose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Save costs by reducing losses from overstocking &amp; stockouts.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Faster order fulfillment improves customer satisfaction.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Seamless integration with M-Pesa and local suppliers.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Scalable for SMEs and large enterprises in Kenya.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Asante Sana! </a:t>
            </a:r>
            <a:r>
              <a:rPr dirty="0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521</Words>
  <Application>Microsoft Office PowerPoint</Application>
  <PresentationFormat>On-screen Show (4:3)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Inventory Management System for Kenyan Businesses</vt:lpstr>
      <vt:lpstr>Problem Statement in Kenya</vt:lpstr>
      <vt:lpstr>Our Solution</vt:lpstr>
      <vt:lpstr>Key Features</vt:lpstr>
      <vt:lpstr>PowerPoint Presentation</vt:lpstr>
      <vt:lpstr>Market Opportunity in Kenya</vt:lpstr>
      <vt:lpstr>Business Model</vt:lpstr>
      <vt:lpstr>Competitive Advantage</vt:lpstr>
      <vt:lpstr>Go-to-Market Strategy</vt:lpstr>
      <vt:lpstr>Pilot Success</vt:lpstr>
      <vt:lpstr>Financial Projections (Kenya)</vt:lpstr>
      <vt:lpstr>Our Team</vt:lpstr>
      <vt:lpstr>Our Ask</vt:lpstr>
      <vt:lpstr>Why Kenyan Businesses Choose Us</vt:lpstr>
      <vt:lpstr>Asante Sana! 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Edward Karanja</cp:lastModifiedBy>
  <cp:revision>3</cp:revision>
  <dcterms:created xsi:type="dcterms:W3CDTF">2013-01-27T09:14:16Z</dcterms:created>
  <dcterms:modified xsi:type="dcterms:W3CDTF">2025-09-27T04:26:04Z</dcterms:modified>
  <cp:category/>
</cp:coreProperties>
</file>